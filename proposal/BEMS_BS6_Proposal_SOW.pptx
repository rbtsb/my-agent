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BEMS — BS-6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Work, Effort Estimate and Delivery Timeline — Plan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1463040" cy="45720"/>
          </a:xfrm>
          <a:prstGeom prst="rect">
            <a:avLst/>
          </a:prstGeom>
          <a:solidFill>
            <a:srgbClr val="6B7C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Work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399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37360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1737360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LLM classifies every question as deterministic, retrieval, or hybrid before any call is made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176272"/>
            <a:ext cx="11064240" cy="48463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221992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integration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221992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BS-1..BS-5 endpoints documented and exposed as callable tools; model selects and invokes the correct one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706624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infrastructure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706624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(vector search) + MinIO (object storage) + TEI (self-hosted embedding) deployed on MCMC infrastructure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145536"/>
            <a:ext cx="11064240" cy="48463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19125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&amp; OCR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3191256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User-driven upload — native text extraction, with a self-hosted OCR engine (PaddleOCR or a vision-language model) as fallback for scanned documents and images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67588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3675888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per-user memory (behaviour, interests, preferences) in the same Oracle database — written/read only via a governed API, scoped to each user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64240" cy="48463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160520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labelling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4160520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marks fact vs. knowledge vs. narrative, with source citation for retrieved content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645152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integration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645152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and retrieval query logged with user, role, timestamp and question — feeding the existing audit trail (PS-2)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084064"/>
            <a:ext cx="11064240" cy="48463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129784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154680" y="5129784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UI integrated into the BEMS front end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FF4E5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" y="5806440"/>
            <a:ext cx="108082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v1: the assistant taking any write/approval action; Plan 2 (Select AI) unless separately approved.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&amp; Man-Day Estimate — Plan 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Indicative, based on Plan 1 (tool-calling) scope. Refined once the endpoint list and model are confirmed.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match the existing BEMS delivery team (Man-Days Plan) — no new hires.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30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1305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875520" y="2130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Man-days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1064240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688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46888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classifier, RAG infra (Milvus/MinIO/TEI), tool-calling wiring, Knowledge Layer API, OCR integration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921240" y="24688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35224"/>
            <a:ext cx="11064240" cy="512064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809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298094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interface, answer labelling, memory-aware context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921240" y="29809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4930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Engineer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49300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per intent path, accuracy evaluation, Knowledge Layer scoping tests, OCR accuracy sampling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921240" y="349300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59352"/>
            <a:ext cx="11064240" cy="512064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0050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400507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Milvus, MinIO, TEI and the OCR engine on MCMC's VMware VMs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921240" y="40050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5171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337560" y="451713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review, governance sign-off, endpoint-priority coordination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39496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6656" y="5458968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~149 man-days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" y="5742432"/>
            <a:ext cx="10808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10–12 calendar weeks, run in parallel with the core BEMS build. Excludes Plan 2 (Select AI), costed separately if approved.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2D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6733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67335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endpoint scope, evaluate tool-calling models against the real catalogue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2D3A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5877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infrastructure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58775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Milvus, MinIO, TEI and the OCR engine on-prem; build the intent classifier and Knowledge 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2D3A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29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502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Tool-calling integration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50215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wire BS-3, BS-5 first; extend to remaining endpoints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2D3A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43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44165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UI &amp; labelling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41655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interface, fact/knowledge/narrative labelling, audit integration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2D3A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57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10–12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53309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hardening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533095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evaluation, security review, UAT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2026-09-15T07:29:07Z</dcterms:created>
  <dcterms:modified xsi:type="dcterms:W3CDTF">2026-09-15T07:29:07Z</dcterms:modified>
</cp:coreProperties>
</file>