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66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— TECHNICAL DESIGN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+ Tool Calling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retrieval, live data, and governed answers — the design behind the BEMS AI assistant.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Flow, On-Premises Boundary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502920" y="1764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via chat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9326880" cy="4959670"/>
          </a:xfrm>
          <a:prstGeom prst="roundRect">
            <a:avLst>
              <a:gd name="adj" fmla="val 1441"/>
            </a:avLst>
          </a:prstGeom>
          <a:solidFill>
            <a:srgbClr val="FAFBFF"/>
          </a:solidFill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2697480" y="1463040"/>
            <a:ext cx="27980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BOUNDARY  (Section 41.2.1)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194560" cy="685800"/>
          </a:xfrm>
          <a:prstGeom prst="roundRect">
            <a:avLst>
              <a:gd name="adj" fmla="val 9333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61722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019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knowledge, or both?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69748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 txBox="1"/>
          <p:nvPr/>
        </p:nvSpPr>
        <p:spPr>
          <a:xfrm>
            <a:off x="425196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063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calls to BEMS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Java/Spring Boot APIs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269748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754380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063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(bge-m3)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93192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 txBox="1"/>
          <p:nvPr/>
        </p:nvSpPr>
        <p:spPr>
          <a:xfrm>
            <a:off x="4251960" y="4005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Data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4279392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Actual · PR/PO · HR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93192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7543800" y="4005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279392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policy docs, role-filtered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4983480"/>
            <a:ext cx="365760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 txBox="1"/>
          <p:nvPr/>
        </p:nvSpPr>
        <p:spPr>
          <a:xfrm>
            <a:off x="5440680" y="5056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(self-hosted)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349240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fact + retrieved text; labels each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25780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 txBox="1"/>
          <p:nvPr/>
        </p:nvSpPr>
        <p:spPr>
          <a:xfrm>
            <a:off x="502920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6235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/ knowledge / narrative labelled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103120"/>
            <a:ext cx="36576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 flipH="1">
            <a:off x="5486400" y="2240280"/>
            <a:ext cx="1645920" cy="45720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7132320" y="2240280"/>
            <a:ext cx="1645920" cy="45720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5486400" y="3611880"/>
            <a:ext cx="9144" cy="32004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8778240" y="3611880"/>
            <a:ext cx="9144" cy="32004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5486400" y="4709160"/>
            <a:ext cx="365760" cy="27432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 flipH="1">
            <a:off x="8412480" y="4709160"/>
            <a:ext cx="365760" cy="274320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 flipH="1">
            <a:off x="2103120" y="5504688"/>
            <a:ext cx="3200400" cy="118872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7B984C67-B2DE-76C1-E8EF-DFDACA30597D}"/>
              </a:ext>
            </a:extLst>
          </p:cNvPr>
          <p:cNvSpPr/>
          <p:nvPr/>
        </p:nvSpPr>
        <p:spPr>
          <a:xfrm flipH="1" flipV="1">
            <a:off x="2103120" y="5407726"/>
            <a:ext cx="3200400" cy="14666"/>
          </a:xfrm>
          <a:prstGeom prst="line">
            <a:avLst/>
          </a:prstGeom>
          <a:noFill/>
          <a:ln w="22225">
            <a:solidFill>
              <a:srgbClr val="6B7CC7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That Shaped the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685800" y="1810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2461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+ Milvus + LLM all self-hosted. No document text or query ever leaves the network.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4480560" y="1810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vs. knowledge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86000"/>
            <a:ext cx="32461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come only from tool calling. RAG never answers a question that needs an exact, current number.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8275320" y="1810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286000"/>
            <a:ext cx="32461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filter applied before similarity search, not after — the model never sees data outside the user's scope.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Concerns Raised, and How Each Is Addressed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the network via embeddings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8745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embedding model, on-prem Milvus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13232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777240" y="258775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 become factually stale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5877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always via tool calling, never retrieval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0098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 data leakage in retrieval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3009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role filter applied before similarity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64240" cy="713232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 txBox="1"/>
          <p:nvPr/>
        </p:nvSpPr>
        <p:spPr>
          <a:xfrm>
            <a:off x="777240" y="40142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can't tell fact from AI guess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0142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labels fact / knowledge / narrative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274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decisions made by the model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7274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decides; AI explains; human approves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 End to End.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Facts, Knowledge and Decisions Never Blended.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434340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292</Words>
  <Application>Microsoft Office PowerPoint</Application>
  <PresentationFormat>Widescreen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behrooz mohamadi</cp:lastModifiedBy>
  <cp:revision>2</cp:revision>
  <dcterms:created xsi:type="dcterms:W3CDTF">2026-09-01T09:52:53Z</dcterms:created>
  <dcterms:modified xsi:type="dcterms:W3CDTF">2026-09-01T10:07:51Z</dcterms:modified>
</cp:coreProperties>
</file>