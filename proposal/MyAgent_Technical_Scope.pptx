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9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AGENTIC AI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Scope &amp; Architecture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self-built reference stack for agentic AI — tool use, RAG, human-in-the-loop, all self-hosted end to 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a Working Agentic Stack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as a hands-on way to learn the core mechanics behind agentic AI — the same building blocks used in production systems, at a scale one person can fully understand and operate.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44144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(via OpenRouter) that decides when to call real tools — task management, live weather, a Postgres database — not just chat.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31012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embedding service (TEI) and vector database (Milvus) answer questions from a private knowledge base, without any external API seeing the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17880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(deleting a task, writing to a database) pause for explicit approval — first via a terminal prompt, later via a real confirm/cancel UI.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interrupts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04748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device-agnostic protocol lets the agent ask multi-choice questions that render as an actual form (web today, any client later) instead of plain text.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System,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02920" y="1673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84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UI (Flask)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9326880" cy="4846320"/>
          </a:xfrm>
          <a:prstGeom prst="roundRect">
            <a:avLst>
              <a:gd name="adj" fmla="val 1404"/>
            </a:avLst>
          </a:prstGeom>
          <a:solidFill>
            <a:srgbClr val="FAFBFF"/>
          </a:solidFill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2606040" y="1453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— docker-compose.yml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5087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6080760" y="1581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(OpenRouter LLM)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82880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60604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 txBox="1"/>
          <p:nvPr/>
        </p:nvSpPr>
        <p:spPr>
          <a:xfrm>
            <a:off x="425196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295351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tasks.json, weather API,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260604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754380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(TEI)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295351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multilingual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(intfloat/e5-small)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74904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 txBox="1"/>
          <p:nvPr/>
        </p:nvSpPr>
        <p:spPr>
          <a:xfrm>
            <a:off x="425196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(crm-postgres)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407822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DB, read + gated write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374904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754380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+ Attu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07822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knowledge_base.md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4892040"/>
            <a:ext cx="384048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 txBox="1"/>
          <p:nvPr/>
        </p:nvSpPr>
        <p:spPr>
          <a:xfrm>
            <a:off x="5349240" y="4965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5212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pause for confirm/cancel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516636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 txBox="1"/>
          <p:nvPr/>
        </p:nvSpPr>
        <p:spPr>
          <a:xfrm>
            <a:off x="502920" y="5239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5321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interrupt form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011680"/>
            <a:ext cx="36576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 flipH="1">
            <a:off x="5486400" y="2148840"/>
            <a:ext cx="1645920" cy="45720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7132320" y="2148840"/>
            <a:ext cx="1645920" cy="45720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5486400" y="3474720"/>
            <a:ext cx="9144" cy="27432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8778240" y="3474720"/>
            <a:ext cx="9144" cy="27432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5486400" y="4526280"/>
            <a:ext cx="365760" cy="36576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 flipH="1">
            <a:off x="8412480" y="4526280"/>
            <a:ext cx="365760" cy="36576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 flipH="1">
            <a:off x="2103120" y="5358384"/>
            <a:ext cx="3108960" cy="173736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Running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54864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764792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(free-tier models, e.g. minimax-m3)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764792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Tool-calling, conversation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64240" cy="56692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54864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Inference (Rust, self-hosted)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document vectors, on-prem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98648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898648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+ Attu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898648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for RAG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2424"/>
            <a:ext cx="11064240" cy="56692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 txBox="1"/>
          <p:nvPr/>
        </p:nvSpPr>
        <p:spPr>
          <a:xfrm>
            <a:off x="548640" y="3465576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3465576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(crm-postgres container)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465576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state, CRM data access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032504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4032504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032504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graph, checkpointed interrupts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64240" cy="56692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 txBox="1"/>
          <p:nvPr/>
        </p:nvSpPr>
        <p:spPr>
          <a:xfrm>
            <a:off x="548640" y="4599432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599432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vanilla HTML/JS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4599432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structured interrupt rendering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6636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5166360"/>
            <a:ext cx="4754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5166360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deployment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Protocol, Any Client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needs a structured answer, it sends a JSON field schema — never HTML. Each client renders that schema its own way; a new device type needs a new renderer, not a new agent.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emits interrupt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39312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payload: title, field name, type ("choice"), options, single/multi-select, and whether free text is allowed.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434340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renders a 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639312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UI turns this into a bottom-sheet with chips and a text fallback — matching the product's own review-and-send pattern.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42316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813816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resumes exactly where it paused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639312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LangGraph's checkpointer means the answer resumes the same execution — no re-running earlier steps, no lost context.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vs.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with a real approval gate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 a self-hosted embedding + vector DB stack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docker-compose deployment (one command)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UI with confirm/cancel flow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rewrite with structured interrupts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4E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653796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free LLM tier for a more reliable model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LangGraph checkpoints (SQLite/Postgres, not memory)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interrupt protocol renderer (mobile) to prove device-agnosticism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supervisor pattern for specialised sub-agents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audit logging of every tool call and approval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Stack That Already Covers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 Agentic Pattern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RAG, approval gates, structured interrupts — self-hosted, reproducible, and built to extend.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98348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638</Words>
  <Application>Microsoft Office PowerPoint</Application>
  <PresentationFormat>Widescreen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behrooz mohamadi</cp:lastModifiedBy>
  <cp:revision>2</cp:revision>
  <dcterms:created xsi:type="dcterms:W3CDTF">2026-09-04T03:54:29Z</dcterms:created>
  <dcterms:modified xsi:type="dcterms:W3CDTF">2026-09-04T04:07:31Z</dcterms:modified>
</cp:coreProperties>
</file>