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— BS-6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Intelligent Automation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Architecture and Scope of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AT A GLANCE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Sources, One Rule: Never Blend Fact and Knowledge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057400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BS-1..BS-5 APIs over the Oracle DB for exact figures. A self-hosted vector index (Milvus) over user-uploaded documents for definitions and policy.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0216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direct query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0216" y="2057400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40.2.6.1c forbids bypassing the middleware. Every figure comes from a BS-1..BS-5 API call under the user's own identity — the same RBAC that protects the UI protects the assistant.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399592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decides the path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4389120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on-prem classifier reads every question first and routes it to Oracle (deterministic), Milvus (retrieval), or both — before anything is called.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0216" y="399592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on-premises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4389120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model, vector store and LLM are all self-hosted. No external or public AI service is ever called (clause 40.8).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BS-6 Inside the BEMS Tier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31720" y="2148840"/>
            <a:ext cx="9464040" cy="384048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532888" y="2221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INFRASTRUCTURE — ON-PREMISES (CLAUSE 40.8)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" y="1527048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" y="1737360"/>
            <a:ext cx="1435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09260" y="251460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D3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37276" y="257860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BS-6 Intent Classifier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37276" y="278892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LLM — deterministic, retrieval, or both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32095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→ ORACLE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2095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 → MILVUS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3483864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05656" y="35478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API Gateway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05656" y="37764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Oracle as the requesting user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3483864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43216" y="35478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 embedding server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43216" y="37764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Rust, self-hosted (+ OCR fallback for scans)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77640" y="417880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05656" y="424281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BS-1..BS-5 (Tier 3)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05656" y="4471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Engine: RBAC + LOA per call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417880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43216" y="424281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4471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over indexed docs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77640" y="4873752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05656" y="49377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DB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105656" y="5166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Knowledge Layer tables (40.3.4.7.1)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4873752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43216" y="49377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43216" y="5166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backing Milvus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26380" y="6172200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54396" y="623620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answer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54396" y="642823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/ knowledge / narrative, source cited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70432" y="1965960"/>
            <a:ext cx="4338828" cy="8321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394960" y="3081528"/>
            <a:ext cx="1668780" cy="40233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63740" y="3081528"/>
            <a:ext cx="1668780" cy="40233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94960" y="4050792"/>
            <a:ext cx="9144" cy="12801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32520" y="4050792"/>
            <a:ext cx="9144" cy="12801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94960" y="4745736"/>
            <a:ext cx="9144" cy="12801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32520" y="4745736"/>
            <a:ext cx="9144" cy="128016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394960" y="5440680"/>
            <a:ext cx="617220" cy="731520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8115300" y="5440680"/>
            <a:ext cx="617220" cy="731520"/>
          </a:xfrm>
          <a:prstGeom prst="line">
            <a:avLst/>
          </a:prstGeom>
          <a:noFill/>
          <a:ln w="19050">
            <a:solidFill>
              <a:srgbClr val="6B7CC7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Layer — Persistent User Memory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persistence pattern built for BEMS's single Oracle database. This is the assistant's memory of the user — not a new answer type.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9933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1124712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captured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33172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stated interests, working preferences (report format, level of detail), recurring questions, role context — never raw transcripts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24712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953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95351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tables in the same centralised Oracle DB — no new database (40.3.4.7.1)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753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read path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57530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API, alongside BS-1..BS-5 — never a direct table write, always under the user's own identity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1124712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970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strictly to the user it was recorded for; no cross-user query path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8188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81888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Personalises future answers to that specific user, instead of starting from zero every session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606247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/ knowledge / narrative rule is unchanged — memory shapes how a question is answered, it is never itself cited as the answer.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 &amp; GOVERNANCE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1 (Default), Plan 2 (Conditional), and the Guardrails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 — Default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over documented BS-1..BS-5 APIs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chosen for tool-calling accuracy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priced now, no client sign-off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0216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— Conditional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01168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translates question to SQL directly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pursued with the client's explicit approval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Oracle VPD/proxy-auth first, or the confidentiality risk reopens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393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04488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77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disclosed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9776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the user's own identity token; existing RBAC applies identically to the assistant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1064240" cy="42062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398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MCMC infrastructure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3982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model, vector store and LLM all self-hosted; zero external calls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818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figure answered from retrieval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818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defaults to the API path whenever a live number could be expected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11064240" cy="42062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239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acts without approval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23951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v1 — every action still goes through BS-4 workflow and LOA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660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leakage from Knowledge Layer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566013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scoped strictly to the recording user; no cross-user query path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Required, and the Bottom 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D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990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BS-1..BS-5 endpoints to expose first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19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BS-3 (budget availability) and BS-5 (reporting) start the 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D3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76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for tool-calling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963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the real, full endpoint catalogue before committing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D3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535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and when to offer Plan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735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on client approval and VPD/proxy-auth feasibility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D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307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Finalising the Knowledge Layer schema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0507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field set and retention rules with MCMC before Phase 1 build starts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18288"/>
          </a:xfrm>
          <a:prstGeom prst="rect">
            <a:avLst/>
          </a:prstGeom>
          <a:solidFill>
            <a:srgbClr val="3C46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a governed API call. Knowledge from an on-premises retrieval index. Neither ever substitutes for the other.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2026-09-15T07:29:07Z</dcterms:created>
  <dcterms:modified xsi:type="dcterms:W3CDTF">2026-09-15T07:29:07Z</dcterms:modified>
</cp:coreProperties>
</file>